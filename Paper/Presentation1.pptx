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5409-3B36-EDDC-72DC-3DA9161A6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B1999-B007-8C6B-450D-D19326A41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1950-1532-5FE6-C7EE-65496F5F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5424B-4434-E1A7-6F9E-8089FADF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5E3E9-2864-60A8-7A6F-783D0625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24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F254-8E4B-A1C8-2E55-7214E992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6685-9410-7992-7C00-7BEB15BD4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0C07A-1A34-4D9F-E757-CBDA8B66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F0C73-8B38-FEE2-7765-64595D41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B130-1763-B250-5D9B-C9BE9449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20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9F7D-3849-669C-79F4-7936CD5A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2FDCF-F4C3-B0E8-12D7-D9C18735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3EB24-E8C3-CA21-D160-D125A7B3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FF46-FE69-B36C-E854-FBFA380B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5C52-67F2-1685-47F2-5A9059D0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23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CF0C-D26F-6B16-87E1-202E7E0A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A181-15C1-E7AC-6E23-771AD317D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FD2FE-1EA4-9432-32F0-812EF5A0A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47C5A-3925-245C-1FE9-B2F6A5C1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FC6EA-A015-8D44-EEEA-9C685618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0B704-15F9-486F-0571-30F0F504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44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44E7-569B-6C0D-5ABD-AAB237BD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9D505-67D3-19D4-AB79-583E68BF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0578C-05AE-6741-2E40-3DC5B93F9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0C537-D240-5D65-D69E-295B50027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F3C04-52A0-01DC-59FF-5833F3BF9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8A7E1-C42D-F1BB-678C-8BCF4D16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4AB02-CEC5-B5DB-EA9E-C305E2E2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F71FE-17A0-C1CE-D9AF-4EF9A560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7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87D-D17A-3303-7CD7-E064AEE4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83306-73A8-7309-7917-72B69DF3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4719B-C3B2-DBF4-27D9-3BF61495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9F149-33CD-5A9C-F59B-04290804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35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9FDBD-7BDE-4AC2-F85B-671ED078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C8E55-8222-2029-DEDA-9E1DA0B1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49B4-A4B6-E5AA-3371-B59D59E6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85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9F4D-4699-9928-D14E-9F3ED94C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1C03-B22C-4726-8B8D-03C68BF54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D6C2A-619A-4EDD-7F84-8D83E2066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888E6-10C6-829F-3A23-0E095B19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F095A-83F7-D668-AA89-AAECB551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28B1-D307-CEB4-7B14-999A2210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28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D0DD-5E14-8043-BB5B-6FA4DB7C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05411-190E-B7B7-7DA9-AB6A3793E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2692E-010B-CFFB-67F3-C46AF940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642E3-7EDF-DBE4-0122-BB0B9DF4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4638-C418-5807-A72C-F1696842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23145-CF96-7832-6F80-8890BF57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7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9498-270E-34B9-6724-72F2F3C6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2DDB-4B16-DBE6-2F23-6F6608572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F63AD-EB16-4AA2-04B3-60136AC6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6767F-9869-871C-21C7-1D47FC93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1B76-BE38-A455-EAD3-2240893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20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2E792-93E6-A846-0230-37AFCD4FA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D025A-8DEE-7B95-20A6-6CB9D624E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BF873-B974-539C-54F7-75271C0C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E7796-258F-F292-0CD1-89FE7FEA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35CDB-F520-BA62-3B09-B5B0803B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2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487984-C5BE-DB82-D359-3AE0D11F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3BBBE-2489-D4CA-C097-C7605D3C8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F879-90A9-369D-E912-7590AA43D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F32CD-CF7F-4A76-B39B-10388389C2B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E5C6-4132-4565-CA56-44232A9AB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EC49A-3FCA-5497-5DAC-DA996AF84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5E864-8B19-440F-82D4-AB5075B95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00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BA89B0A-4D87-1DD6-F550-1A719F975182}"/>
              </a:ext>
            </a:extLst>
          </p:cNvPr>
          <p:cNvGrpSpPr/>
          <p:nvPr/>
        </p:nvGrpSpPr>
        <p:grpSpPr>
          <a:xfrm>
            <a:off x="2454965" y="815009"/>
            <a:ext cx="6015935" cy="5078896"/>
            <a:chOff x="2454965" y="815009"/>
            <a:chExt cx="6015935" cy="50788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E1AC28-D864-C595-D027-B480B85EB534}"/>
                </a:ext>
              </a:extLst>
            </p:cNvPr>
            <p:cNvSpPr/>
            <p:nvPr/>
          </p:nvSpPr>
          <p:spPr>
            <a:xfrm>
              <a:off x="2454965" y="815009"/>
              <a:ext cx="6003235" cy="1053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Layer 1: Tactical Context Profiler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Builds a 10-D context vector from link conditions.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4B6B9E-DFA9-6544-9876-400EDD74D3A8}"/>
                </a:ext>
              </a:extLst>
            </p:cNvPr>
            <p:cNvSpPr/>
            <p:nvPr/>
          </p:nvSpPr>
          <p:spPr>
            <a:xfrm>
              <a:off x="2454965" y="2189923"/>
              <a:ext cx="6003235" cy="1053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Layer 2: Feasibility Filter + Per-Link </a:t>
              </a:r>
              <a:r>
                <a:rPr lang="en-IN" dirty="0" err="1">
                  <a:solidFill>
                    <a:schemeClr val="tx1"/>
                  </a:solidFill>
                </a:rPr>
                <a:t>LinUCB</a:t>
              </a:r>
              <a:endParaRPr lang="en-IN" dirty="0">
                <a:solidFill>
                  <a:schemeClr val="tx1"/>
                </a:solidFill>
              </a:endParaRP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Filters infeasible PQC pairs and selects the optimal pair using contextual bandits 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6739F5-C245-B2B9-7EB8-51F586CE10CD}"/>
                </a:ext>
              </a:extLst>
            </p:cNvPr>
            <p:cNvSpPr/>
            <p:nvPr/>
          </p:nvSpPr>
          <p:spPr>
            <a:xfrm>
              <a:off x="2454965" y="3515140"/>
              <a:ext cx="6003235" cy="1053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Layer 3: Dual-Granularity XAI Engine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Generates exact feature-attribution explanations.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01225-E0D7-80EC-04E5-A312A059E671}"/>
                </a:ext>
              </a:extLst>
            </p:cNvPr>
            <p:cNvSpPr/>
            <p:nvPr/>
          </p:nvSpPr>
          <p:spPr>
            <a:xfrm>
              <a:off x="2454965" y="4840357"/>
              <a:ext cx="6003235" cy="1053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Layer 4: Adversarial Channel-Spoofing Detector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Monitors explanations for adversarial manipulation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6DA8722B-3CA1-BA11-15C5-61C887E552A3}"/>
                </a:ext>
              </a:extLst>
            </p:cNvPr>
            <p:cNvCxnSpPr>
              <a:stCxn id="14" idx="3"/>
              <a:endCxn id="10" idx="3"/>
            </p:cNvCxnSpPr>
            <p:nvPr/>
          </p:nvCxnSpPr>
          <p:spPr>
            <a:xfrm flipV="1">
              <a:off x="8458200" y="2716697"/>
              <a:ext cx="12700" cy="2650434"/>
            </a:xfrm>
            <a:prstGeom prst="bentConnector3">
              <a:avLst>
                <a:gd name="adj1" fmla="val 180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136CDAD-A343-CB26-CECE-D4E8E422C1E4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>
              <a:off x="5456583" y="1868557"/>
              <a:ext cx="0" cy="3213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3EBAE00-4A71-6635-F017-E9B1CD17161C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5456583" y="3243471"/>
              <a:ext cx="0" cy="2716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99E5AC2-1F6B-2432-A860-FF485E45A304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5456583" y="4568688"/>
              <a:ext cx="0" cy="2716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317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.</dc:creator>
  <cp:lastModifiedBy>Prabu .</cp:lastModifiedBy>
  <cp:revision>1</cp:revision>
  <dcterms:created xsi:type="dcterms:W3CDTF">2026-07-30T11:25:56Z</dcterms:created>
  <dcterms:modified xsi:type="dcterms:W3CDTF">2026-07-30T11:26:04Z</dcterms:modified>
</cp:coreProperties>
</file>